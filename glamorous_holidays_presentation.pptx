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presentation.xml" ContentType="application/vnd.openxmlformats-officedocument.presentationml.presentation.main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626D2A-1E96-4712-AA17-B0C56FC337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63208B-8506-4881-B020-17D2F327C1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2B853AD-FBDD-494C-BB2B-45D92CA3DA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06851AD-9D63-499C-8C38-423D7767C2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98FB72B-5196-44B4-9891-A0BBA32A0F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535D980-9428-489D-ADDC-F2A6853D0C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FDB10F5-3EB7-468C-85A9-95B51A56B2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C264058-5C97-4EA9-B05B-38E973EE66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EFE13CF-B203-4A98-A6B5-64C6141EF0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16B3478-A841-4FA0-9F0A-7C9293DE77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23BE00B-72C7-4C1E-8574-11A31D682C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B630F1-C506-4B08-90C4-D8BE638AF9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10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915B8C-C372-4A9C-83B9-7A005D1DDB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2948DC-1C85-4CB0-8941-88A244865B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C26364-EDB8-47C4-B19C-365D56F295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553D4F-6098-424B-A8B0-25A14ED1F6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2FB3BF-1C97-4604-895C-2B402EFCD9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4EA8EA-38E8-4BB5-B2F2-4BC8E43E14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15AEDB-96BB-4582-A013-A8D591CB36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5E6A3A-B4F9-4234-99AF-A2D2AEA407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A9D784-36BC-45EC-9806-38E8A213EA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091CEC-3F8D-47C9-A955-21C70C1CE9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657680" y="1516320"/>
            <a:ext cx="4486320" cy="6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19080" bIns="1908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8b0000"/>
                </a:solidFill>
                <a:latin typeface="Calibri"/>
              </a:rPr>
              <a:t>23 Февраля - День Защитника Отечества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258080" y="2057400"/>
            <a:ext cx="4933800" cy="366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День защитника Отечества - праздник мужества и силы духа.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Отмечаем 23 февраля в честь первых массовых наборов в Красную Армию в 1918 году.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Oval 3"/>
          <p:cNvSpPr/>
          <p:nvPr/>
        </p:nvSpPr>
        <p:spPr>
          <a:xfrm>
            <a:off x="5302800" y="4335840"/>
            <a:ext cx="2219400" cy="22759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Heart 4"/>
          <p:cNvSpPr/>
          <p:nvPr/>
        </p:nvSpPr>
        <p:spPr>
          <a:xfrm>
            <a:off x="6438960" y="572580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8449560" y="6400800"/>
            <a:ext cx="473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1/10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6400"/>
                </a:solidFill>
                <a:latin typeface="Calibri"/>
              </a:rPr>
              <a:t>Традиции праздника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В этот день поздравляют всех мужчин - защитников, ветеранов,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военнослужащих и просто дорогих мужчин.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Принято дарить подарки и устраивать праздничные мероприятия.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Oval 3"/>
          <p:cNvSpPr/>
          <p:nvPr/>
        </p:nvSpPr>
        <p:spPr>
          <a:xfrm>
            <a:off x="457200" y="5029200"/>
            <a:ext cx="1828440" cy="1828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Heart 4"/>
          <p:cNvSpPr/>
          <p:nvPr/>
        </p:nvSpPr>
        <p:spPr>
          <a:xfrm>
            <a:off x="1143000" y="521208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8449560" y="6400800"/>
            <a:ext cx="473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2/10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25000" sy="3333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8b"/>
                </a:solidFill>
                <a:latin typeface="Calibri"/>
              </a:rPr>
              <a:t>Символ праздника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23 февраля - это день воинской славы России,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символ отваги и преданности Родине,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уважения к тем, кто защищает наш мир.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Oval 3"/>
          <p:cNvSpPr/>
          <p:nvPr/>
        </p:nvSpPr>
        <p:spPr>
          <a:xfrm>
            <a:off x="457200" y="5029200"/>
            <a:ext cx="1828440" cy="1828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Heart 4"/>
          <p:cNvSpPr/>
          <p:nvPr/>
        </p:nvSpPr>
        <p:spPr>
          <a:xfrm>
            <a:off x="1143000" y="521208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8449560" y="6400800"/>
            <a:ext cx="473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3/10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25000" sy="3333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69b4"/>
                </a:solidFill>
                <a:latin typeface="Calibri"/>
              </a:rPr>
              <a:t>8 Марта - Международный Женский День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Международный женский день - праздник весны и красоты.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В России 8 Марта - один из самых любимых праздников,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когда мужчины окружают женщин вниманием и заботой.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Oval 3"/>
          <p:cNvSpPr/>
          <p:nvPr/>
        </p:nvSpPr>
        <p:spPr>
          <a:xfrm>
            <a:off x="457200" y="5029200"/>
            <a:ext cx="1828440" cy="1828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Heart 4"/>
          <p:cNvSpPr/>
          <p:nvPr/>
        </p:nvSpPr>
        <p:spPr>
          <a:xfrm>
            <a:off x="1143000" y="521208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8449560" y="6400800"/>
            <a:ext cx="473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4/10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25000" sy="3333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1493"/>
                </a:solidFill>
                <a:latin typeface="Calibri"/>
              </a:rPr>
              <a:t>История праздника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В 1922 году Владимир Ленин объявил 8 Марта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Международным женским днём в честь роли женщин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в Русской революции 1917 года.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Oval 3"/>
          <p:cNvSpPr/>
          <p:nvPr/>
        </p:nvSpPr>
        <p:spPr>
          <a:xfrm>
            <a:off x="457200" y="5029200"/>
            <a:ext cx="1828440" cy="1828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Heart 4"/>
          <p:cNvSpPr/>
          <p:nvPr/>
        </p:nvSpPr>
        <p:spPr>
          <a:xfrm>
            <a:off x="1143000" y="521208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8449560" y="6400800"/>
            <a:ext cx="473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5/10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25000" sy="3333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b6c1"/>
                </a:solidFill>
                <a:latin typeface="Calibri"/>
              </a:rPr>
              <a:t>Традиция дарить цветы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В России 8 Марта неразрывно связано с традицией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дарить цветы. Женщины получают букеты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от мужей, детей, друзей и коллег.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Oval 3"/>
          <p:cNvSpPr/>
          <p:nvPr/>
        </p:nvSpPr>
        <p:spPr>
          <a:xfrm>
            <a:off x="457200" y="5029200"/>
            <a:ext cx="1828440" cy="1828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Heart 4"/>
          <p:cNvSpPr/>
          <p:nvPr/>
        </p:nvSpPr>
        <p:spPr>
          <a:xfrm>
            <a:off x="1143000" y="521208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8449560" y="6400800"/>
            <a:ext cx="473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6/10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25000" sy="3333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db7093"/>
                </a:solidFill>
                <a:latin typeface="Calibri"/>
              </a:rPr>
              <a:t>Подарки и поздравления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Помимо цветов, в этот день дарят шоколад,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парфюмерию, украшения и другие подарки.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Устраивают праздничные ужины и концерты.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Oval 3"/>
          <p:cNvSpPr/>
          <p:nvPr/>
        </p:nvSpPr>
        <p:spPr>
          <a:xfrm>
            <a:off x="457200" y="5029200"/>
            <a:ext cx="1828440" cy="1828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Heart 4"/>
          <p:cNvSpPr/>
          <p:nvPr/>
        </p:nvSpPr>
        <p:spPr>
          <a:xfrm>
            <a:off x="1143000" y="521208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8449560" y="6400800"/>
            <a:ext cx="473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7/10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25000" sy="3333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a07a"/>
                </a:solidFill>
                <a:latin typeface="Calibri"/>
              </a:rPr>
              <a:t>Весеннее настроение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8 Марта - первый весенний праздник,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символ пробуждения природы,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женственности и красоты.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Oval 3"/>
          <p:cNvSpPr/>
          <p:nvPr/>
        </p:nvSpPr>
        <p:spPr>
          <a:xfrm>
            <a:off x="457200" y="5029200"/>
            <a:ext cx="1828440" cy="1828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Heart 4"/>
          <p:cNvSpPr/>
          <p:nvPr/>
        </p:nvSpPr>
        <p:spPr>
          <a:xfrm>
            <a:off x="1143000" y="521208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8449560" y="6400800"/>
            <a:ext cx="473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8/10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25000" sy="3333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c0cb"/>
                </a:solidFill>
                <a:latin typeface="Calibri"/>
              </a:rPr>
              <a:t>Праздник для всех женщин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В этот день поздравляют всех женщин: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мам, бабушек, сестёр, подруг, коллег.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Это день признательности и любви.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Oval 3"/>
          <p:cNvSpPr/>
          <p:nvPr/>
        </p:nvSpPr>
        <p:spPr>
          <a:xfrm>
            <a:off x="457200" y="5029200"/>
            <a:ext cx="1828440" cy="1828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Heart 4"/>
          <p:cNvSpPr/>
          <p:nvPr/>
        </p:nvSpPr>
        <p:spPr>
          <a:xfrm>
            <a:off x="1143000" y="521208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8449560" y="6400800"/>
            <a:ext cx="473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9/10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25000" sy="3333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69b4"/>
                </a:solidFill>
                <a:latin typeface="Calibri"/>
              </a:rPr>
              <a:t>С Днём 8 Марта!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Желаем счастья, здоровья, любви и красоты!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Пусть каждый день будет наполнен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360"/>
              </a:spcBef>
              <a:buClr>
                <a:srgbClr val="646464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646464"/>
                </a:solidFill>
                <a:latin typeface="Calibri"/>
              </a:rPr>
              <a:t>радостью и весенним настроением!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Oval 3"/>
          <p:cNvSpPr/>
          <p:nvPr/>
        </p:nvSpPr>
        <p:spPr>
          <a:xfrm>
            <a:off x="457200" y="5029200"/>
            <a:ext cx="1828440" cy="1828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🐱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Glamorous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69b4"/>
                </a:solidFill>
                <a:latin typeface="Calibri"/>
              </a:rPr>
              <a:t>White Cat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Heart 4"/>
          <p:cNvSpPr/>
          <p:nvPr/>
        </p:nvSpPr>
        <p:spPr>
          <a:xfrm>
            <a:off x="1143000" y="5212080"/>
            <a:ext cx="456840" cy="456840"/>
          </a:xfrm>
          <a:prstGeom prst="heart">
            <a:avLst/>
          </a:prstGeom>
          <a:solidFill>
            <a:srgbClr val="ff1493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8410680" y="6400800"/>
            <a:ext cx="551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69696"/>
                </a:solidFill>
                <a:latin typeface="Calibri"/>
              </a:rPr>
              <a:t>10/10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LibreOffice/7.6.7.2$Linux_X86_64 LibreOffice_project/60$Build-2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2026-03-07T09:56:05Z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